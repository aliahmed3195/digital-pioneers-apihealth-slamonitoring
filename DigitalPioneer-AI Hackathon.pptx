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3D71-4DC0-418D-5D71-81D82A4BF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DCC62-93AF-5A74-4075-EAC70A35D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4DA14-3D44-9442-DD83-DFB8BE90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19BBC-C872-96AD-FED8-4FDA529C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63F27-18B8-7A36-3C74-0056EA4A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5F99-F18D-7898-47FA-77BB6EFA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C2CE8-B8E9-C9C8-9A58-30FB81829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09450-DE6D-1BFD-5B63-42762166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A1A5-EA8B-3405-D820-91BDD895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B965C-9434-5AC9-1D92-37220F13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3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437F-0398-E584-8E37-C25625E3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B97BD-7DEE-14D3-D3A2-C7CA72205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DCEA-9892-B91F-6BC0-00FBDB99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D85C2-3207-E514-12AA-690F38AD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2FAD7-5254-3D51-DD93-253C824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5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2318-EA4F-39F4-C130-91F53DD0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30EAB-C9BD-6632-0D2A-55509C78D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375EE-8C2C-EA4D-DD6D-BE1A03223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194A4-01CE-15B1-36D0-F2A53975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E86FF-F31F-AE4E-1D07-D0AF6265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89239-784B-1BB2-3759-6D3BF61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D9D8-67E4-C267-10EF-F3C5F368A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5CCA7-81A4-5EF9-FB98-24E750E72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72DBE-70D9-FAE6-A9FB-F9AC4B974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374F1C-F509-92C9-5D2A-E7205781F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19A52-4218-50C0-44FE-9FCBC63AF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89696-346E-D60E-0383-EB601A78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6FA8A-8061-52B3-345A-F906FEAD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2E696-69F0-49A7-7034-E82D18D3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69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DC14-BED0-9ED2-7A02-B6A96813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0AEB9-AFE9-88E0-B626-4BC92140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63813-85B8-55CD-A21E-77FF8DBD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F8BCB-D3E4-7269-1EBE-0059528B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68B50-195C-9212-5C3C-F6A82AFB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616AE-1791-EB6F-4F86-5E65DDEC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D5DB3-10BE-AEE0-2986-53309A1D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64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A73-98BF-1D2D-FAA2-57539AA7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6DF6B-D4BC-01C4-8B80-D67F14D3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06ABB-2A99-9EC5-2CE1-D67072CB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52DE8-7ACD-8FBA-F405-495820A2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00752-1047-C1A0-5158-9655F990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8827A-9C73-AEB8-3D17-A1D603CB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3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1D09-6934-B07C-2182-A2511E7B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08109-3EB6-C122-5056-931E54C38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47C7F-1E73-DA3F-F651-2A762213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79288-A824-8475-AE9C-7E0CB2C9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4683F-70E5-48A9-FA46-73C3FA88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F5CCC-9843-0938-34B1-0FCA441E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1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8746-1B5C-907E-5B92-AF5C7730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0B743-9E25-63A4-2552-6353A471A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5867-216C-4A23-A546-41669AF3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91B1-3A78-CE59-BB16-B86A441E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FDEF3-96E2-9AA3-9B1D-C299D430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1EC0E-D8CD-7DF3-E337-6B639E01A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9C843-B666-DCF4-8EBB-0279F5644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317A-F0DF-32EA-F6D5-401FF577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157B-56EA-027A-5B85-B7C1A59E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5DF8F-2FE5-90FE-0C8F-844F1046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DFA00-CEB6-024D-D599-20866AD8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835D5-7DD6-AA57-21BF-B8CBC2F0F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45CA-2C35-EBC3-3C58-1A705346C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9DA3E-AF3C-46E1-A287-050FCC5CED7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CE8E-A1DA-3C5E-0176-46C17E755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00524-BD1F-96F0-0EFA-7E6D798E2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E77DE-CC0F-4299-8E45-247BD8ECE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1E9BA7-50A2-8BE0-7C35-CA79D7A81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9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FBF15F-7C75-2E7E-763C-5C82D0660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9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E3517-6855-8EE5-94CA-C0DFE08A6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8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BAE8C-6D5F-AE5C-6B30-B3DA560A3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7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54DC00-03E9-ED93-DFC7-77831441D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5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5DC74-843E-9C01-DED7-73151EE0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12192000" cy="68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5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DCE66-78C5-6AA0-E730-793063884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8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0638A8-C18F-EACF-951C-E84C34AB5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8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918A1-3106-8488-F794-C91C8A059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6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E3B7D-7614-E2FF-B823-FF358022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445322-1CFF-311B-E6ED-73CE0C274E38}"/>
              </a:ext>
            </a:extLst>
          </p:cNvPr>
          <p:cNvSpPr/>
          <p:nvPr/>
        </p:nvSpPr>
        <p:spPr>
          <a:xfrm>
            <a:off x="750013" y="636998"/>
            <a:ext cx="10664576" cy="100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CONCLUSION: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VERCEL URL: https://digital-pioneers-ap-i-health-sla-mo-one.vercel.app/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B8FA9-F684-4347-0670-AAD3FECCB1D8}"/>
              </a:ext>
            </a:extLst>
          </p:cNvPr>
          <p:cNvSpPr/>
          <p:nvPr/>
        </p:nvSpPr>
        <p:spPr>
          <a:xfrm>
            <a:off x="1315093" y="3750067"/>
            <a:ext cx="2969232" cy="2383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Members:</a:t>
            </a:r>
            <a:br>
              <a:rPr lang="en-US" dirty="0"/>
            </a:br>
            <a:r>
              <a:rPr lang="en-US" dirty="0"/>
              <a:t>Muhammad Taha</a:t>
            </a:r>
            <a:br>
              <a:rPr lang="en-US" dirty="0"/>
            </a:br>
            <a:r>
              <a:rPr lang="en-US" dirty="0"/>
              <a:t>Muhammad Ali Ahmed</a:t>
            </a:r>
            <a:br>
              <a:rPr lang="en-US" dirty="0"/>
            </a:br>
            <a:r>
              <a:rPr lang="en-US" dirty="0"/>
              <a:t>Sagheer Syed</a:t>
            </a:r>
            <a:br>
              <a:rPr lang="en-US" dirty="0"/>
            </a:br>
            <a:r>
              <a:rPr lang="en-US" dirty="0"/>
              <a:t>Rafique</a:t>
            </a:r>
          </a:p>
        </p:txBody>
      </p:sp>
    </p:spTree>
    <p:extLst>
      <p:ext uri="{BB962C8B-B14F-4D97-AF65-F5344CB8AC3E}">
        <p14:creationId xmlns:p14="http://schemas.microsoft.com/office/powerpoint/2010/main" val="262072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Sagheer Syed</dc:creator>
  <cp:lastModifiedBy>Ali Ahmed</cp:lastModifiedBy>
  <cp:revision>5</cp:revision>
  <dcterms:created xsi:type="dcterms:W3CDTF">2026-04-25T14:28:22Z</dcterms:created>
  <dcterms:modified xsi:type="dcterms:W3CDTF">2026-04-25T15:21:00Z</dcterms:modified>
</cp:coreProperties>
</file>